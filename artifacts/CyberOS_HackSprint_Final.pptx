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 Shield for Phishing, Scam &amp; Cyber-Fraud Detection</a:t>
            </a:r>
          </a:p>
          <a:p>
            <a:r>
              <a:t>AITAM College Hacksprint 2.0 - Problem Statement #5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when an ordinary user receives suspicious digital content?</a:t>
            </a:r>
          </a:p>
          <a:p>
            <a:r>
              <a:t>Uncertainty -&gt; Click? -&gt; Trust? -&gt; Enter Credentials?</a:t>
            </a:r>
          </a:p>
          <a:p>
            <a:r>
              <a:t>Users are forced to act as their own security analysts.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THREAT LANDSCAPE [EXTERNAL VERIFIED]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971,181 phishing attacks logged in Q1 2026 (APWG)</a:t>
            </a:r>
          </a:p>
          <a:p>
            <a:r>
              <a:t>40% increase in mobile social-engineering success (Verizon DBIR)</a:t>
            </a:r>
          </a:p>
          <a:p>
            <a:r>
              <a:t>The attacks are converging across SMS, Email, QR, and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USERS DO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WORKFLOW:</a:t>
            </a:r>
          </a:p>
          <a:p>
            <a:r>
              <a:t>1. Receive suspicious message</a:t>
            </a:r>
          </a:p>
          <a:p>
            <a:r>
              <a:t>2. Google the sender</a:t>
            </a:r>
          </a:p>
          <a:p>
            <a:r>
              <a:t>3. Check VirusTotal (if they know how)</a:t>
            </a:r>
          </a:p>
          <a:p>
            <a:r>
              <a:t>4. Click anyway to see what it is</a:t>
            </a:r>
          </a:p>
          <a:p>
            <a:r>
              <a:t>Result: Fragmented, error-prone, manual investigation.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PS#5 -&gt; CYBEROS [CYBEROS OBSERVED]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 -&gt; URL Engine (XGBoost)</a:t>
            </a:r>
          </a:p>
          <a:p>
            <a:r>
              <a:t>Email -&gt; Email Engine (NLP / SPF / DKIM)</a:t>
            </a:r>
          </a:p>
          <a:p>
            <a:r>
              <a:t>SMS -&gt; SMS Engine (XGBoost Intent Model)</a:t>
            </a:r>
          </a:p>
          <a:p>
            <a:r>
              <a:t>QR -&gt; QR Engine (Image Decoder)</a:t>
            </a:r>
          </a:p>
          <a:p>
            <a:r>
              <a:t>Web -&gt; Playwright Sandbox</a:t>
            </a:r>
          </a:p>
          <a:p>
            <a:r>
              <a:t>Risk -&gt; Evidence Fusion Engine</a:t>
            </a:r>
          </a:p>
          <a:p>
            <a:r>
              <a:t>Explanation -&gt; Cryptographic Provenance</a:t>
            </a:r>
          </a:p>
          <a:p>
            <a:r>
              <a:t>Reporting -&gt; Quarkdown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INPUT, MANY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DETECTION (XGBoost / NLP)</a:t>
            </a:r>
          </a:p>
          <a:p>
            <a:r>
              <a:t>+ THREAT INTELLIGENCE (VirusTotal / PhishTank)</a:t>
            </a:r>
          </a:p>
          <a:p>
            <a:r>
              <a:t>+ WEB BEHAVIOR (Playwright Sandbox)</a:t>
            </a:r>
          </a:p>
          <a:p>
            <a:r>
              <a:t>+ NETWORK TELEMETRY (Zeek / PS26145)</a:t>
            </a:r>
          </a:p>
          <a:p>
            <a:r>
              <a:t>= FUSED EVIDENCE &amp;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STRATEGIC DIFFERENTIATOR: PS26145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suspicious message can become observable network behavior.</a:t>
            </a:r>
          </a:p>
          <a:p>
            <a:r>
              <a:t>Zeek -&gt; Redpanda -&gt; PS26145 Feature Extraction -&gt; XGBoost</a:t>
            </a:r>
          </a:p>
          <a:p>
            <a:r>
              <a:t>Detects: DNS Tunnels, DGA, Beaconing, Exfiltration.</a:t>
            </a:r>
          </a:p>
          <a:p>
            <a:r>
              <a:t>We observe the reality of the network, not just the lexical string.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EVALUATION [CYBEROS OBSERVED]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Release Candidate validated across the defined test scope.</a:t>
            </a:r>
          </a:p>
          <a:p>
            <a:r>
              <a:t>RUN-20260828-1640 | 265 Distinct Executed Cases</a:t>
            </a:r>
          </a:p>
          <a:p>
            <a:r>
              <a:t>- 30 URL | 25 Email | 25 SMS | 20 QR | 25 Web</a:t>
            </a:r>
          </a:p>
          <a:p>
            <a:r>
              <a:t>- 20 Network | 30 Security (SSRF/Rebinding) | 15 E2E</a:t>
            </a:r>
          </a:p>
          <a:p>
            <a:r>
              <a:t>All evidence cryptographically hashed and correlated.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DEGRADATION SAFEGUARDS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do not claim 100% unbreakable security.</a:t>
            </a:r>
          </a:p>
          <a:p>
            <a:r>
              <a:t>- Obscured QR Codes: Degrades safely to UNVERIFIED risk.</a:t>
            </a:r>
          </a:p>
          <a:p>
            <a:r>
              <a:t>- API Timeouts: Falls back to local ML models without hallucinating.</a:t>
            </a:r>
          </a:p>
          <a:p>
            <a:r>
              <a:t>- Social Media: Implemented as User-Submitted Text, not direct Meta/X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CHATGPT?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ChatGPT: Submit content -&gt; Receive probabilistic reasoning.</a:t>
            </a:r>
          </a:p>
          <a:p>
            <a:r>
              <a:t>CyberOS: Detect -&gt; Enrich -&gt; Observe -&gt; Correlate -&gt; Prove -&gt; Explain -&gt; Report.</a:t>
            </a:r>
          </a:p>
          <a:p>
            <a:r>
              <a:t>CyberOS is deterministic security instrumentation, not an LLM wrapper.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